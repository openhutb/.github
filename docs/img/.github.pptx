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89" r:id="rId4"/>
  </p:sldIdLst>
  <p:sldSz cx="9144000" cy="5143500" type="screen16x9"/>
  <p:notesSz cx="9144000" cy="5143500"/>
  <p:embeddedFontLst>
    <p:embeddedFont>
      <p:font typeface="Economica" panose="02000506040000020004"/>
      <p:regular r:id="rId9"/>
    </p:embeddedFont>
    <p:embeddedFont>
      <p:font typeface="Open Sans" panose="020B0606030504020204"/>
      <p:regular r:id="rId10"/>
    </p:embeddedFont>
    <p:embeddedFont>
      <p:font typeface="Muli Regular"/>
      <p:regular r:id="rId11"/>
      <p:italic r:id="rId12"/>
    </p:embeddedFont>
    <p:embeddedFont>
      <p:font typeface="微软雅黑" panose="020B0503020204020204" charset="-122"/>
      <p:regular r:id="rId13"/>
      <p:bold r:id="rId14"/>
    </p:embeddedFont>
    <p:embeddedFont>
      <p:font typeface="等线" panose="02010600030101010101" charset="-122"/>
      <p:regular r:id="rId15"/>
      <p:bold r:id="rId16"/>
    </p:embeddedFont>
    <p:embeddedFont>
      <p:font typeface="Muli"/>
      <p:regular r:id="rId17"/>
      <p:bold r:id="rId18"/>
      <p: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915" userDrawn="1">
          <p15:clr>
            <a:srgbClr val="A4A3A4"/>
          </p15:clr>
        </p15:guide>
        <p15:guide id="2" pos="20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297FB9"/>
    <a:srgbClr val="77B900"/>
    <a:srgbClr val="CCCCCC"/>
    <a:srgbClr val="2B93F0"/>
    <a:srgbClr val="72AE46"/>
    <a:srgbClr val="FEC000"/>
    <a:srgbClr val="8B4DD1"/>
    <a:srgbClr val="ADCE89"/>
    <a:srgbClr val="00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9" autoAdjust="0"/>
    <p:restoredTop sz="89277" autoAdjust="0"/>
  </p:normalViewPr>
  <p:slideViewPr>
    <p:cSldViewPr snapToGrid="0" showGuides="1">
      <p:cViewPr varScale="1">
        <p:scale>
          <a:sx n="197" d="100"/>
          <a:sy n="197" d="100"/>
        </p:scale>
        <p:origin x="652" y="116"/>
      </p:cViewPr>
      <p:guideLst>
        <p:guide orient="horz" pos="2915"/>
        <p:guide pos="2069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1.fntdata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font" Target="fonts/font11.fntdata"/><Relationship Id="rId18" Type="http://schemas.openxmlformats.org/officeDocument/2006/relationships/font" Target="fonts/font10.fntdata"/><Relationship Id="rId17" Type="http://schemas.openxmlformats.org/officeDocument/2006/relationships/font" Target="fonts/font9.fntdata"/><Relationship Id="rId16" Type="http://schemas.openxmlformats.org/officeDocument/2006/relationships/font" Target="fonts/font8.fntdata"/><Relationship Id="rId15" Type="http://schemas.openxmlformats.org/officeDocument/2006/relationships/font" Target="fonts/font7.fntdata"/><Relationship Id="rId14" Type="http://schemas.openxmlformats.org/officeDocument/2006/relationships/font" Target="fonts/font6.fntdata"/><Relationship Id="rId13" Type="http://schemas.openxmlformats.org/officeDocument/2006/relationships/font" Target="fonts/font5.fntdata"/><Relationship Id="rId12" Type="http://schemas.openxmlformats.org/officeDocument/2006/relationships/font" Target="fonts/font4.fntdata"/><Relationship Id="rId11" Type="http://schemas.openxmlformats.org/officeDocument/2006/relationships/font" Target="fonts/font3.fntdata"/><Relationship Id="rId10" Type="http://schemas.openxmlformats.org/officeDocument/2006/relationships/font" Target="fonts/font2.fntdata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385763"/>
            <a:ext cx="3429000" cy="19288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80294dfa11_0_4:notes"/>
          <p:cNvSpPr txBox="1">
            <a:spLocks noGrp="1"/>
          </p:cNvSpPr>
          <p:nvPr>
            <p:ph type="body" idx="1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altLang="zh-CN">
                <a:solidFill>
                  <a:srgbClr val="39373D"/>
                </a:solidFill>
                <a:ea typeface="宋体" panose="02010600030101010101" pitchFamily="2" charset="-122"/>
                <a:sym typeface="+mn-ea"/>
              </a:rPr>
              <a:t>how_OpenHUTB_works.jpg</a:t>
            </a:r>
            <a:endParaRPr lang="zh-CN" altLang="en-US">
              <a:solidFill>
                <a:srgbClr val="39373D"/>
              </a:solidFill>
              <a:ea typeface="宋体" panose="02010600030101010101" pitchFamily="2" charset="-122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CN" altLang="en-US">
                <a:solidFill>
                  <a:srgbClr val="39373D"/>
                </a:solidFill>
                <a:ea typeface="宋体" panose="02010600030101010101" pitchFamily="2" charset="-122"/>
              </a:rPr>
              <a:t>参考：</a:t>
            </a:r>
            <a:r>
              <a:rPr lang="en-US" altLang="zh-CN">
                <a:solidFill>
                  <a:srgbClr val="39373D"/>
                </a:solidFill>
                <a:ea typeface="宋体" panose="02010600030101010101" pitchFamily="2" charset="-122"/>
              </a:rPr>
              <a:t>https://developer.nvidia.cn/isaac/lab</a:t>
            </a:r>
            <a:endParaRPr lang="en-US" altLang="zh-CN">
              <a:solidFill>
                <a:srgbClr val="39373D"/>
              </a:solidFill>
              <a:ea typeface="宋体" panose="02010600030101010101" pitchFamily="2" charset="-122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altLang="zh-CN">
                <a:solidFill>
                  <a:srgbClr val="39373D"/>
                </a:solidFill>
                <a:ea typeface="宋体" panose="02010600030101010101" pitchFamily="2" charset="-122"/>
              </a:rPr>
              <a:t>https://developer.download.nvidia.com/images/isaac/lab/how-nvidia-isaac-lab-works.jpg</a:t>
            </a:r>
            <a:endParaRPr lang="en-US" altLang="zh-CN">
              <a:solidFill>
                <a:srgbClr val="39373D"/>
              </a:solidFill>
              <a:ea typeface="宋体" panose="02010600030101010101" pitchFamily="2" charset="-122"/>
            </a:endParaRPr>
          </a:p>
        </p:txBody>
      </p:sp>
      <p:sp>
        <p:nvSpPr>
          <p:cNvPr id="90" name="Google Shape;90;g80294dfa11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385763"/>
            <a:ext cx="3429000" cy="19288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matchingName="Title and Content">
  <p:cSld name="OBJECT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849773c3a5_0_53"/>
          <p:cNvSpPr txBox="1">
            <a:spLocks noGrp="1"/>
          </p:cNvSpPr>
          <p:nvPr>
            <p:ph type="sldNum" idx="12"/>
          </p:nvPr>
        </p:nvSpPr>
        <p:spPr>
          <a:xfrm>
            <a:off x="8545825" y="4756575"/>
            <a:ext cx="598200" cy="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540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/>
              <a:buNone/>
              <a:defRPr sz="1300" i="0" u="none" strike="noStrike" cap="none">
                <a:solidFill>
                  <a:srgbClr val="39373D"/>
                </a:solidFill>
                <a:latin typeface="Muli Regular"/>
                <a:ea typeface="Muli Regular"/>
                <a:cs typeface="Muli Regular"/>
                <a:sym typeface="Muli Regular"/>
              </a:defRPr>
            </a:lvl1pPr>
            <a:lvl2pPr marL="2540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/>
              <a:buNone/>
              <a:defRPr sz="1300" i="0" u="none" strike="noStrike" cap="none">
                <a:solidFill>
                  <a:srgbClr val="39373D"/>
                </a:solidFill>
                <a:latin typeface="Muli Regular"/>
                <a:ea typeface="Muli Regular"/>
                <a:cs typeface="Muli Regular"/>
                <a:sym typeface="Muli Regular"/>
              </a:defRPr>
            </a:lvl2pPr>
            <a:lvl3pPr marL="2540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/>
              <a:buNone/>
              <a:defRPr sz="1300" i="0" u="none" strike="noStrike" cap="none">
                <a:solidFill>
                  <a:srgbClr val="39373D"/>
                </a:solidFill>
                <a:latin typeface="Muli Regular"/>
                <a:ea typeface="Muli Regular"/>
                <a:cs typeface="Muli Regular"/>
                <a:sym typeface="Muli Regular"/>
              </a:defRPr>
            </a:lvl3pPr>
            <a:lvl4pPr marL="2540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/>
              <a:buNone/>
              <a:defRPr sz="1300" i="0" u="none" strike="noStrike" cap="none">
                <a:solidFill>
                  <a:srgbClr val="39373D"/>
                </a:solidFill>
                <a:latin typeface="Muli Regular"/>
                <a:ea typeface="Muli Regular"/>
                <a:cs typeface="Muli Regular"/>
                <a:sym typeface="Muli Regular"/>
              </a:defRPr>
            </a:lvl4pPr>
            <a:lvl5pPr marL="2540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/>
              <a:buNone/>
              <a:defRPr sz="1300" i="0" u="none" strike="noStrike" cap="none">
                <a:solidFill>
                  <a:srgbClr val="39373D"/>
                </a:solidFill>
                <a:latin typeface="Muli Regular"/>
                <a:ea typeface="Muli Regular"/>
                <a:cs typeface="Muli Regular"/>
                <a:sym typeface="Muli Regular"/>
              </a:defRPr>
            </a:lvl5pPr>
            <a:lvl6pPr marL="2540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/>
              <a:buNone/>
              <a:defRPr sz="1300" i="0" u="none" strike="noStrike" cap="none">
                <a:solidFill>
                  <a:srgbClr val="39373D"/>
                </a:solidFill>
                <a:latin typeface="Muli Regular"/>
                <a:ea typeface="Muli Regular"/>
                <a:cs typeface="Muli Regular"/>
                <a:sym typeface="Muli Regular"/>
              </a:defRPr>
            </a:lvl6pPr>
            <a:lvl7pPr marL="2540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/>
              <a:buNone/>
              <a:defRPr sz="1300" i="0" u="none" strike="noStrike" cap="none">
                <a:solidFill>
                  <a:srgbClr val="39373D"/>
                </a:solidFill>
                <a:latin typeface="Muli Regular"/>
                <a:ea typeface="Muli Regular"/>
                <a:cs typeface="Muli Regular"/>
                <a:sym typeface="Muli Regular"/>
              </a:defRPr>
            </a:lvl7pPr>
            <a:lvl8pPr marL="2540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/>
              <a:buNone/>
              <a:defRPr sz="1300" i="0" u="none" strike="noStrike" cap="none">
                <a:solidFill>
                  <a:srgbClr val="39373D"/>
                </a:solidFill>
                <a:latin typeface="Muli Regular"/>
                <a:ea typeface="Muli Regular"/>
                <a:cs typeface="Muli Regular"/>
                <a:sym typeface="Muli Regular"/>
              </a:defRPr>
            </a:lvl8pPr>
            <a:lvl9pPr marL="2540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/>
              <a:buNone/>
              <a:defRPr sz="1300" i="0" u="none" strike="noStrike" cap="none">
                <a:solidFill>
                  <a:srgbClr val="39373D"/>
                </a:solidFill>
                <a:latin typeface="Muli Regular"/>
                <a:ea typeface="Muli Regular"/>
                <a:cs typeface="Muli Regular"/>
                <a:sym typeface="Muli Regular"/>
              </a:defRPr>
            </a:lvl9pPr>
          </a:lstStyle>
          <a:p>
            <a:fld id="{00000000-1234-1234-1234-123412341234}" type="slidenum">
              <a:rPr lang="es-ES" smtClean="0"/>
            </a:fld>
            <a:endParaRPr lang="es-E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matchingName="Section header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849773c3a5_0_10"/>
          <p:cNvSpPr/>
          <p:nvPr/>
        </p:nvSpPr>
        <p:spPr>
          <a:xfrm flipH="1">
            <a:off x="7595939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9" name="Google Shape;19;g849773c3a5_0_10"/>
          <p:cNvSpPr/>
          <p:nvPr/>
        </p:nvSpPr>
        <p:spPr>
          <a:xfrm rot="10800000" flipH="1">
            <a:off x="466426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0" name="Google Shape;20;g849773c3a5_0_10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1" name="Google Shape;21;g849773c3a5_0_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fld id="{00000000-1234-1234-1234-123412341234}" type="slidenum">
              <a:rPr lang="es-ES" smtClean="0"/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matchingName="Title and body">
  <p:cSld name="TITLE_AND_BOD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849773c3a5_0_15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" name="Google Shape;24;g849773c3a5_0_1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5" name="Google Shape;25;g849773c3a5_0_1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g849773c3a5_0_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fld id="{00000000-1234-1234-1234-123412341234}" type="slidenum">
              <a:rPr lang="es-ES" smtClean="0"/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showMasterSp="0" matchingName="Title and two columns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849773c3a5_0_20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9" name="Google Shape;29;g849773c3a5_0_20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g849773c3a5_0_20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g849773c3a5_0_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fld id="{00000000-1234-1234-1234-123412341234}" type="slidenum">
              <a:rPr lang="es-ES" smtClean="0"/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showMasterSp="0" matchingName="Title 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849773c3a5_0_2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34" name="Google Shape;34;g849773c3a5_0_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fld id="{00000000-1234-1234-1234-123412341234}" type="slidenum">
              <a:rPr lang="es-ES" smtClean="0"/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One column text">
  <p:cSld name="ONE_COLUMN_TEX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849773c3a5_0_2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7" name="Google Shape;37;g849773c3a5_0_28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8" name="Google Shape;38;g849773c3a5_0_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fld id="{00000000-1234-1234-1234-123412341234}" type="slidenum">
              <a:rPr lang="es-ES" smtClean="0"/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849773c3a5_0_32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1" name="Google Shape;41;g849773c3a5_0_3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2" name="Google Shape;42;g849773c3a5_0_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fld id="{00000000-1234-1234-1234-123412341234}" type="slidenum">
              <a:rPr lang="es-ES" smtClean="0"/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and description">
  <p:cSld name="SECTION_TITLE_AND_DESCRI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Google Shape;45;g849773c3a5_0_36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6" name="Google Shape;46;g849773c3a5_0_36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7" name="Google Shape;47;g849773c3a5_0_36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 panose="02000506040000020004"/>
              <a:buNone/>
              <a:defRPr sz="2400"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 panose="02000506040000020004"/>
              <a:buNone/>
              <a:defRPr sz="2400"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 panose="02000506040000020004"/>
              <a:buNone/>
              <a:defRPr sz="2400"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 panose="02000506040000020004"/>
              <a:buNone/>
              <a:defRPr sz="2400"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 panose="02000506040000020004"/>
              <a:buNone/>
              <a:defRPr sz="2400"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 panose="02000506040000020004"/>
              <a:buNone/>
              <a:defRPr sz="2400"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 panose="02000506040000020004"/>
              <a:buNone/>
              <a:defRPr sz="2400"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 panose="02000506040000020004"/>
              <a:buNone/>
              <a:defRPr sz="2400"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 panose="02000506040000020004"/>
              <a:buNone/>
              <a:defRPr sz="2400"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/>
        </p:txBody>
      </p:sp>
      <p:sp>
        <p:nvSpPr>
          <p:cNvPr id="48" name="Google Shape;48;g849773c3a5_0_36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9" name="Google Shape;49;g849773c3a5_0_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lt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lt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lt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lt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lt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lt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lt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lt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lt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fld id="{00000000-1234-1234-1234-123412341234}" type="slidenum">
              <a:rPr lang="es-ES" smtClean="0"/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ption">
  <p:cSld name="CAPTION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849773c3a5_0_43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 panose="02000506040000020004"/>
              <a:buNone/>
              <a:defRPr sz="2400"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</a:lstStyle>
          <a:p/>
        </p:txBody>
      </p:sp>
      <p:sp>
        <p:nvSpPr>
          <p:cNvPr id="52" name="Google Shape;52;g849773c3a5_0_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fld id="{00000000-1234-1234-1234-123412341234}" type="slidenum">
              <a:rPr lang="es-ES" smtClean="0"/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ig number">
  <p:cSld name="BIG_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849773c3a5_0_46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5" name="Google Shape;55;g849773c3a5_0_46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g849773c3a5_0_46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7" name="Google Shape;57;g849773c3a5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fld id="{00000000-1234-1234-1234-123412341234}" type="slidenum">
              <a:rPr lang="es-ES" smtClean="0"/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showMasterSp="0" matchingName="Blank">
  <p:cSld name="BLANK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849773c3a5_0_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fld id="{00000000-1234-1234-1234-123412341234}" type="slidenum">
              <a:rPr lang="es-ES" smtClean="0"/>
            </a:fld>
            <a:endParaRPr lang="es-E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685800">
              <a:buClrTx/>
              <a:defRPr/>
            </a:pPr>
            <a:fld id="{430F476B-2664-449A-AB10-048DED04FBD5}" type="datetimeFigureOut">
              <a:rPr lang="zh-CN" altLang="en-US" kern="1200" smtClean="0">
                <a:solidFill>
                  <a:prstClr val="black">
                    <a:tint val="75000"/>
                  </a:prstClr>
                </a:solidFill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lang="zh-CN" altLang="en-US" kern="1200">
              <a:solidFill>
                <a:prstClr val="black">
                  <a:tint val="75000"/>
                </a:prstClr>
              </a:solidFill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685800">
              <a:buClrTx/>
              <a:defRPr/>
            </a:pPr>
            <a:endParaRPr lang="zh-CN" altLang="en-US" kern="1200">
              <a:solidFill>
                <a:prstClr val="black">
                  <a:tint val="75000"/>
                </a:prstClr>
              </a:solidFill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>
              <a:buClrTx/>
              <a:defRPr/>
            </a:pPr>
            <a:fld id="{36F158E2-A096-4B65-BCC7-23F76A48A10E}" type="slidenum">
              <a:rPr lang="zh-CN" altLang="en-US" kern="1200" smtClean="0">
                <a:solidFill>
                  <a:prstClr val="black">
                    <a:tint val="75000"/>
                  </a:prstClr>
                </a:solidFill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lang="zh-CN" altLang="en-US" kern="1200">
              <a:solidFill>
                <a:prstClr val="black">
                  <a:tint val="75000"/>
                </a:prstClr>
              </a:solidFill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849773c3a5_0_0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/>
        </p:txBody>
      </p:sp>
      <p:sp>
        <p:nvSpPr>
          <p:cNvPr id="7" name="Google Shape;7;g849773c3a5_0_0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 panose="020B0606030504020204"/>
              <a:buChar char="●"/>
              <a:defRPr sz="1800" b="0" i="0" u="none" strike="noStrike" cap="none">
                <a:solidFill>
                  <a:schemeClr val="dk1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 panose="020B0606030504020204"/>
              <a:buChar char="○"/>
              <a:defRPr sz="1400" b="0" i="0" u="none" strike="noStrike" cap="none">
                <a:solidFill>
                  <a:schemeClr val="dk1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 panose="020B0606030504020204"/>
              <a:buChar char="■"/>
              <a:defRPr sz="1400" b="0" i="0" u="none" strike="noStrike" cap="none">
                <a:solidFill>
                  <a:schemeClr val="dk1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 panose="020B0606030504020204"/>
              <a:buChar char="●"/>
              <a:defRPr sz="1400" b="0" i="0" u="none" strike="noStrike" cap="none">
                <a:solidFill>
                  <a:schemeClr val="dk1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 panose="020B0606030504020204"/>
              <a:buChar char="○"/>
              <a:defRPr sz="1400" b="0" i="0" u="none" strike="noStrike" cap="none">
                <a:solidFill>
                  <a:schemeClr val="dk1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 panose="020B0606030504020204"/>
              <a:buChar char="■"/>
              <a:defRPr sz="1400" b="0" i="0" u="none" strike="noStrike" cap="none">
                <a:solidFill>
                  <a:schemeClr val="dk1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 panose="020B0606030504020204"/>
              <a:buChar char="●"/>
              <a:defRPr sz="1400" b="0" i="0" u="none" strike="noStrike" cap="none">
                <a:solidFill>
                  <a:schemeClr val="dk1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 panose="020B0606030504020204"/>
              <a:buChar char="○"/>
              <a:defRPr sz="1400" b="0" i="0" u="none" strike="noStrike" cap="none">
                <a:solidFill>
                  <a:schemeClr val="dk1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 panose="020B0606030504020204"/>
              <a:buChar char="■"/>
              <a:defRPr sz="1400" b="0" i="0" u="none" strike="noStrike" cap="none">
                <a:solidFill>
                  <a:schemeClr val="dk1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defRPr>
            </a:lvl9pPr>
          </a:lstStyle>
          <a:p/>
        </p:txBody>
      </p:sp>
      <p:sp>
        <p:nvSpPr>
          <p:cNvPr id="8" name="Google Shape;8;g849773c3a5_0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fld id="{00000000-1234-1234-1234-123412341234}" type="slidenum">
              <a:rPr lang="es-ES" smtClean="0"/>
            </a:fld>
            <a:endParaRPr lang="es-E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685800">
              <a:buClrTx/>
              <a:defRPr/>
            </a:pPr>
            <a:fld id="{C183E886-86A7-4F8D-8780-A286D99A2418}" type="datetime1">
              <a:rPr lang="zh-CN" altLang="en-US" kern="1200" smtClean="0">
                <a:solidFill>
                  <a:prstClr val="black">
                    <a:tint val="75000"/>
                  </a:prstClr>
                </a:solidFill>
                <a:ea typeface="微软雅黑" panose="020B0503020204020204" charset="-122"/>
                <a:cs typeface="+mn-cs"/>
              </a:rPr>
            </a:fld>
            <a:endParaRPr lang="zh-CN" altLang="en-US" kern="1200">
              <a:solidFill>
                <a:prstClr val="black">
                  <a:tint val="75000"/>
                </a:prstClr>
              </a:solidFill>
              <a:ea typeface="微软雅黑" panose="020B050302020402020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685800">
              <a:buClrTx/>
              <a:defRPr/>
            </a:pPr>
            <a:endParaRPr lang="zh-CN" altLang="en-US" kern="1200">
              <a:solidFill>
                <a:prstClr val="black">
                  <a:tint val="75000"/>
                </a:prstClr>
              </a:solidFill>
              <a:ea typeface="微软雅黑" panose="020B050302020402020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146474" y="4767263"/>
            <a:ext cx="36887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685800">
              <a:buClrTx/>
              <a:defRPr/>
            </a:pPr>
            <a:fld id="{C3704629-1E74-47A3-90CD-33454C7737EB}" type="slidenum">
              <a:rPr lang="zh-CN" altLang="en-US" kern="1200" smtClean="0">
                <a:solidFill>
                  <a:prstClr val="black">
                    <a:tint val="75000"/>
                  </a:prstClr>
                </a:solidFill>
                <a:ea typeface="微软雅黑" panose="020B0503020204020204" charset="-122"/>
                <a:cs typeface="+mn-cs"/>
              </a:rPr>
            </a:fld>
            <a:endParaRPr lang="zh-CN" altLang="en-US" kern="1200">
              <a:solidFill>
                <a:prstClr val="black">
                  <a:tint val="75000"/>
                </a:prstClr>
              </a:solidFill>
              <a:ea typeface="微软雅黑" panose="020B0503020204020204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80294dfa11_0_4"/>
          <p:cNvSpPr txBox="1">
            <a:spLocks noGrp="1"/>
          </p:cNvSpPr>
          <p:nvPr>
            <p:ph type="title" idx="4294967295"/>
          </p:nvPr>
        </p:nvSpPr>
        <p:spPr>
          <a:xfrm>
            <a:off x="1426845" y="1290955"/>
            <a:ext cx="5469890" cy="39687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spcFirstLastPara="1" wrap="square" lIns="0" tIns="12700" rIns="0" bIns="0" anchor="t" anchorCtr="0">
            <a:noAutofit/>
          </a:bodyPr>
          <a:lstStyle/>
          <a:p>
            <a:pPr marL="12700" algn="ctr"/>
            <a:r>
              <a:rPr lang="en-US" altLang="zh-CN" sz="2400" b="1">
                <a:solidFill>
                  <a:srgbClr val="39373D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  <a:sym typeface="Muli"/>
              </a:rPr>
              <a:t>OpenHUTB </a:t>
            </a:r>
            <a:r>
              <a:rPr lang="zh-CN" altLang="en-US" sz="2400" b="1">
                <a:solidFill>
                  <a:srgbClr val="39373D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  <a:sym typeface="Muli"/>
              </a:rPr>
              <a:t>模拟器</a:t>
            </a:r>
            <a:endParaRPr lang="zh-CN" altLang="en-US" sz="2400" b="1">
              <a:solidFill>
                <a:srgbClr val="39373D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Times New Roman" panose="02020603050405020304" pitchFamily="18" charset="0"/>
              <a:sym typeface="Muli"/>
            </a:endParaRPr>
          </a:p>
        </p:txBody>
      </p:sp>
      <p:sp>
        <p:nvSpPr>
          <p:cNvPr id="2" name="Google Shape;92;g80294dfa11_0_4"/>
          <p:cNvSpPr txBox="1">
            <a:spLocks noGrp="1"/>
          </p:cNvSpPr>
          <p:nvPr/>
        </p:nvSpPr>
        <p:spPr>
          <a:xfrm>
            <a:off x="1426845" y="3011170"/>
            <a:ext cx="5469890" cy="41084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wrap="square" lIns="0" tIns="1270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pPr marL="12700" algn="ctr"/>
            <a:r>
              <a:rPr lang="zh-CN" altLang="en-US" sz="2400" b="1">
                <a:solidFill>
                  <a:srgbClr val="39373D"/>
                </a:solidFill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  <a:sym typeface="Muli"/>
              </a:rPr>
              <a:t>模拟引擎</a:t>
            </a:r>
            <a:endParaRPr lang="zh-CN" altLang="en-US" sz="2400" b="1">
              <a:solidFill>
                <a:srgbClr val="39373D"/>
              </a:solidFill>
              <a:latin typeface="微软雅黑" panose="020B0503020204020204" charset="-122"/>
              <a:ea typeface="微软雅黑" panose="020B0503020204020204" charset="-122"/>
              <a:cs typeface="Times New Roman" panose="02020603050405020304" pitchFamily="18" charset="0"/>
              <a:sym typeface="Muli"/>
            </a:endParaRPr>
          </a:p>
        </p:txBody>
      </p:sp>
      <p:sp>
        <p:nvSpPr>
          <p:cNvPr id="4" name="Google Shape;92;g80294dfa11_0_4"/>
          <p:cNvSpPr txBox="1">
            <a:spLocks noGrp="1"/>
          </p:cNvSpPr>
          <p:nvPr/>
        </p:nvSpPr>
        <p:spPr>
          <a:xfrm>
            <a:off x="1426845" y="3541395"/>
            <a:ext cx="5469890" cy="39306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wrap="square" lIns="0" tIns="1270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pPr marL="12700" algn="ctr"/>
            <a:r>
              <a:rPr lang="en-US" altLang="zh-CN" sz="2400" b="1">
                <a:solidFill>
                  <a:srgbClr val="39373D"/>
                </a:solidFill>
                <a:latin typeface="Times New Roman" panose="02020603050405020304" pitchFamily="18" charset="0"/>
                <a:ea typeface="Muli"/>
                <a:cs typeface="Times New Roman" panose="02020603050405020304" pitchFamily="18" charset="0"/>
                <a:sym typeface="Muli"/>
              </a:rPr>
              <a:t>PhysX</a:t>
            </a:r>
            <a:r>
              <a:rPr lang="zh-CN" altLang="en-US" sz="2400" b="1">
                <a:solidFill>
                  <a:srgbClr val="39373D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Muli"/>
              </a:rPr>
              <a:t>、</a:t>
            </a:r>
            <a:r>
              <a:rPr lang="en-US" altLang="zh-CN" sz="2400" b="1">
                <a:solidFill>
                  <a:srgbClr val="39373D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Muli"/>
              </a:rPr>
              <a:t>Mujoco</a:t>
            </a:r>
            <a:r>
              <a:rPr lang="zh-CN" altLang="en-US" sz="2400" b="1">
                <a:solidFill>
                  <a:srgbClr val="39373D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Muli"/>
              </a:rPr>
              <a:t>、</a:t>
            </a:r>
            <a:r>
              <a:rPr lang="en-US" altLang="zh-CN" sz="2400" b="1">
                <a:solidFill>
                  <a:srgbClr val="39373D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Muli"/>
              </a:rPr>
              <a:t>Chrono</a:t>
            </a:r>
            <a:endParaRPr lang="en-US" altLang="zh-CN" sz="2400" b="1">
              <a:solidFill>
                <a:srgbClr val="39373D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  <a:sym typeface="Muli"/>
            </a:endParaRPr>
          </a:p>
        </p:txBody>
      </p:sp>
      <p:sp>
        <p:nvSpPr>
          <p:cNvPr id="6" name="Google Shape;92;g80294dfa11_0_4"/>
          <p:cNvSpPr txBox="1">
            <a:spLocks noGrp="1"/>
          </p:cNvSpPr>
          <p:nvPr/>
        </p:nvSpPr>
        <p:spPr>
          <a:xfrm>
            <a:off x="1426845" y="1777365"/>
            <a:ext cx="5469890" cy="1134745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wrap="square" lIns="0" tIns="1270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pPr marL="12700" algn="ctr"/>
            <a:endParaRPr lang="en-US" altLang="zh-CN" sz="2400" b="1">
              <a:solidFill>
                <a:srgbClr val="39373D"/>
              </a:solidFill>
              <a:latin typeface="Times New Roman" panose="02020603050405020304" pitchFamily="18" charset="0"/>
              <a:ea typeface="Muli"/>
              <a:cs typeface="Times New Roman" panose="02020603050405020304" pitchFamily="18" charset="0"/>
              <a:sym typeface="Muli"/>
            </a:endParaRPr>
          </a:p>
        </p:txBody>
      </p:sp>
      <p:sp>
        <p:nvSpPr>
          <p:cNvPr id="8" name="Google Shape;92;g80294dfa11_0_4"/>
          <p:cNvSpPr txBox="1">
            <a:spLocks noGrp="1"/>
          </p:cNvSpPr>
          <p:nvPr/>
        </p:nvSpPr>
        <p:spPr>
          <a:xfrm>
            <a:off x="1426845" y="1777365"/>
            <a:ext cx="76200" cy="1134745"/>
          </a:xfrm>
          <a:prstGeom prst="rect">
            <a:avLst/>
          </a:prstGeom>
          <a:solidFill>
            <a:srgbClr val="297FB9"/>
          </a:solidFill>
          <a:ln>
            <a:noFill/>
          </a:ln>
        </p:spPr>
        <p:txBody>
          <a:bodyPr wrap="square" lIns="0" tIns="1270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pPr marL="12700" algn="ctr"/>
            <a:endParaRPr lang="en-US" altLang="zh-CN" sz="2400" b="1">
              <a:solidFill>
                <a:srgbClr val="39373D"/>
              </a:solidFill>
              <a:latin typeface="Times New Roman" panose="02020603050405020304" pitchFamily="18" charset="0"/>
              <a:ea typeface="Muli"/>
              <a:cs typeface="Times New Roman" panose="02020603050405020304" pitchFamily="18" charset="0"/>
              <a:sym typeface="Muli"/>
            </a:endParaRPr>
          </a:p>
        </p:txBody>
      </p:sp>
      <p:sp>
        <p:nvSpPr>
          <p:cNvPr id="22" name="Google Shape;92;g80294dfa11_0_4"/>
          <p:cNvSpPr txBox="1">
            <a:spLocks noGrp="1"/>
          </p:cNvSpPr>
          <p:nvPr/>
        </p:nvSpPr>
        <p:spPr>
          <a:xfrm>
            <a:off x="1657985" y="2472690"/>
            <a:ext cx="1531620" cy="29273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wrap="square" lIns="0" tIns="1270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pPr marL="12700" algn="ctr"/>
            <a:r>
              <a:rPr lang="zh-CN" altLang="en-US" sz="1600" b="1">
                <a:solidFill>
                  <a:srgbClr val="39373D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  <a:sym typeface="Muli"/>
              </a:rPr>
              <a:t>环境</a:t>
            </a:r>
            <a:endParaRPr lang="zh-CN" altLang="en-US" sz="1600" b="1">
              <a:solidFill>
                <a:srgbClr val="39373D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Times New Roman" panose="02020603050405020304" pitchFamily="18" charset="0"/>
              <a:sym typeface="Muli"/>
            </a:endParaRPr>
          </a:p>
        </p:txBody>
      </p:sp>
      <p:sp>
        <p:nvSpPr>
          <p:cNvPr id="23" name="Google Shape;92;g80294dfa11_0_4"/>
          <p:cNvSpPr txBox="1">
            <a:spLocks noGrp="1"/>
          </p:cNvSpPr>
          <p:nvPr/>
        </p:nvSpPr>
        <p:spPr>
          <a:xfrm>
            <a:off x="3326130" y="2472690"/>
            <a:ext cx="1531620" cy="29273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wrap="square" lIns="0" tIns="1270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pPr marL="12700" algn="ctr"/>
            <a:r>
              <a:rPr lang="zh-CN" altLang="en-US" sz="1600" b="1">
                <a:solidFill>
                  <a:srgbClr val="39373D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  <a:sym typeface="Muli"/>
              </a:rPr>
              <a:t>任务</a:t>
            </a:r>
            <a:endParaRPr lang="zh-CN" altLang="en-US" sz="1600" b="1">
              <a:solidFill>
                <a:srgbClr val="39373D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Times New Roman" panose="02020603050405020304" pitchFamily="18" charset="0"/>
              <a:sym typeface="Muli"/>
            </a:endParaRPr>
          </a:p>
        </p:txBody>
      </p:sp>
      <p:sp>
        <p:nvSpPr>
          <p:cNvPr id="24" name="Google Shape;92;g80294dfa11_0_4"/>
          <p:cNvSpPr txBox="1">
            <a:spLocks noGrp="1"/>
          </p:cNvSpPr>
          <p:nvPr/>
        </p:nvSpPr>
        <p:spPr>
          <a:xfrm>
            <a:off x="5104765" y="2472690"/>
            <a:ext cx="1531620" cy="29273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wrap="square" lIns="0" tIns="1270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pPr marL="12700" algn="ctr"/>
            <a:r>
              <a:rPr lang="zh-CN" altLang="en-US" sz="1600" b="1">
                <a:solidFill>
                  <a:srgbClr val="39373D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  <a:sym typeface="Muli"/>
              </a:rPr>
              <a:t>资产</a:t>
            </a:r>
            <a:endParaRPr lang="zh-CN" altLang="en-US" sz="1600" b="1">
              <a:solidFill>
                <a:srgbClr val="39373D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Times New Roman" panose="02020603050405020304" pitchFamily="18" charset="0"/>
              <a:sym typeface="Muli"/>
            </a:endParaRPr>
          </a:p>
        </p:txBody>
      </p:sp>
      <p:sp>
        <p:nvSpPr>
          <p:cNvPr id="26" name="Google Shape;92;g80294dfa11_0_4"/>
          <p:cNvSpPr txBox="1">
            <a:spLocks noGrp="1"/>
          </p:cNvSpPr>
          <p:nvPr/>
        </p:nvSpPr>
        <p:spPr>
          <a:xfrm>
            <a:off x="2481580" y="1934210"/>
            <a:ext cx="1531620" cy="292735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wrap="square" lIns="0" tIns="1270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pPr marL="12700" algn="ctr"/>
            <a:r>
              <a:rPr lang="zh-CN" altLang="en-US" sz="1600" b="1">
                <a:solidFill>
                  <a:srgbClr val="39373D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  <a:sym typeface="Muli"/>
              </a:rPr>
              <a:t>任务</a:t>
            </a:r>
            <a:r>
              <a:rPr lang="en-US" altLang="zh-CN" sz="1600" b="1">
                <a:solidFill>
                  <a:srgbClr val="39373D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  <a:sym typeface="Muli"/>
              </a:rPr>
              <a:t> API &amp; </a:t>
            </a:r>
            <a:r>
              <a:rPr lang="zh-CN" altLang="en-US" sz="1600" b="1">
                <a:solidFill>
                  <a:srgbClr val="39373D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  <a:sym typeface="Muli"/>
              </a:rPr>
              <a:t>框架</a:t>
            </a:r>
            <a:endParaRPr lang="zh-CN" altLang="en-US" sz="1600" b="1">
              <a:solidFill>
                <a:srgbClr val="39373D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Times New Roman" panose="02020603050405020304" pitchFamily="18" charset="0"/>
              <a:sym typeface="Muli"/>
            </a:endParaRPr>
          </a:p>
        </p:txBody>
      </p:sp>
      <p:sp>
        <p:nvSpPr>
          <p:cNvPr id="27" name="Google Shape;92;g80294dfa11_0_4"/>
          <p:cNvSpPr txBox="1">
            <a:spLocks noGrp="1"/>
          </p:cNvSpPr>
          <p:nvPr/>
        </p:nvSpPr>
        <p:spPr>
          <a:xfrm>
            <a:off x="4500245" y="1934210"/>
            <a:ext cx="1531620" cy="292735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wrap="square" lIns="0" tIns="1270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 panose="02000506040000020004"/>
              <a:buNone/>
              <a:defRPr sz="4200" b="0" i="0" u="none" strike="noStrike" cap="none">
                <a:solidFill>
                  <a:schemeClr val="dk1"/>
                </a:solidFill>
                <a:latin typeface="Economica" panose="02000506040000020004"/>
                <a:ea typeface="Economica" panose="02000506040000020004"/>
                <a:cs typeface="Economica" panose="02000506040000020004"/>
                <a:sym typeface="Economica" panose="02000506040000020004"/>
              </a:defRPr>
            </a:lvl9pPr>
          </a:lstStyle>
          <a:p>
            <a:pPr marL="12700" algn="ctr"/>
            <a:r>
              <a:rPr lang="zh-CN" sz="1600" b="1">
                <a:solidFill>
                  <a:srgbClr val="39373D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  <a:sym typeface="Muli"/>
              </a:rPr>
              <a:t>机器人学习算法</a:t>
            </a:r>
            <a:endParaRPr lang="zh-CN" sz="1600" b="1">
              <a:solidFill>
                <a:srgbClr val="39373D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Times New Roman" panose="02020603050405020304" pitchFamily="18" charset="0"/>
              <a:sym typeface="Mul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chemeClr val="accent3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自定义 11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14496"/>
      </a:accent1>
      <a:accent2>
        <a:srgbClr val="FF3300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定义 12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</Words>
  <Application>WPS 演示</Application>
  <PresentationFormat>全屏显示(16:9)</PresentationFormat>
  <Paragraphs>16</Paragraphs>
  <Slides>1</Slides>
  <Notes>22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22" baseType="lpstr">
      <vt:lpstr>Arial</vt:lpstr>
      <vt:lpstr>宋体</vt:lpstr>
      <vt:lpstr>Wingdings</vt:lpstr>
      <vt:lpstr>Arial</vt:lpstr>
      <vt:lpstr>Economica</vt:lpstr>
      <vt:lpstr>Open Sans</vt:lpstr>
      <vt:lpstr>Muli Regular</vt:lpstr>
      <vt:lpstr>微软雅黑</vt:lpstr>
      <vt:lpstr>Calibri</vt:lpstr>
      <vt:lpstr>Times New Roman</vt:lpstr>
      <vt:lpstr>等线</vt:lpstr>
      <vt:lpstr>Calibri</vt:lpstr>
      <vt:lpstr>仿宋_GB2312</vt:lpstr>
      <vt:lpstr>仿宋</vt:lpstr>
      <vt:lpstr>Muli</vt:lpstr>
      <vt:lpstr>Wingdings</vt:lpstr>
      <vt:lpstr>Times New Roman</vt:lpstr>
      <vt:lpstr>Arial Unicode MS</vt:lpstr>
      <vt:lpstr>Wingdings 2</vt:lpstr>
      <vt:lpstr>Luxe</vt:lpstr>
      <vt:lpstr>自定义设计方案</vt:lpstr>
      <vt:lpstr>OpenHUTB Community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Administrator</dc:creator>
  <cp:lastModifiedBy>王海东</cp:lastModifiedBy>
  <cp:revision>1177</cp:revision>
  <dcterms:created xsi:type="dcterms:W3CDTF">2020-04-29T14:54:00Z</dcterms:created>
  <dcterms:modified xsi:type="dcterms:W3CDTF">2026-08-16T13:46:14Z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52001D24D9B141B2A1B5955D7D21ACC2</vt:lpwstr>
  </property>
  <property fmtid="{D5CDD505-2E9C-101B-9397-08002B2CF9AE}" pid="3" name="KSOProductBuildVer">
    <vt:lpwstr>2052-12.1.0.28022</vt:lpwstr>
  </property>
</Properties>
</file>